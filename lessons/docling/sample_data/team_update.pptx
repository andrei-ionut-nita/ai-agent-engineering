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Warehouse Automation: Weekly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 team, week of July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 Warehouse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Conveyor installation on schedule</a:t>
            </a:r>
          </a:p>
          <a:p>
            <a:pPr lvl="1"/>
            <a:r>
              <a:t>Scanner upgrade complete</a:t>
            </a:r>
          </a:p>
          <a:p>
            <a:pPr lvl="1"/>
            <a:r>
              <a:t>Staff training starts Monday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Conveyor motor lead time (8 weeks)</a:t>
            </a:r>
          </a:p>
          <a:p>
            <a:pPr lvl="1"/>
            <a:r>
              <a:t>Mitigation: order South and West motors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