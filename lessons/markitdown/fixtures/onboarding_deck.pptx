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Q3 Onboarding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Northwind Gadgets: Internal Training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New Hires Need in Week 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Get their laptop imaged and VPN access approved</a:t>
            </a:r>
          </a:p>
          <a:p>
            <a:r>
              <a:t>Complete the safety and compliance training module</a:t>
            </a:r>
          </a:p>
          <a:p>
            <a:r>
              <a:t>Meet their onboarding buddy for a 30 minute chat</a:t>
            </a:r>
          </a:p>
          <a:p>
            <a:r>
              <a:t>Set up their desk in the north wing, third floor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First-Week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Where is the parking validation kiosk?</a:t>
            </a:r>
          </a:p>
          <a:p>
            <a:r>
              <a:t>Who approves expense reports under $200?</a:t>
            </a:r>
          </a:p>
          <a:p>
            <a:r>
              <a:t>How do I request a second monitor?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